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1" d="100"/>
          <a:sy n="71" d="100"/>
        </p:scale>
        <p:origin x="852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C9D27-6846-4231-AA46-EC15625BED36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8D7ED40-040C-4DCE-B39B-3D26040CAAC8}">
      <dgm:prSet/>
      <dgm:spPr/>
      <dgm:t>
        <a:bodyPr/>
        <a:lstStyle/>
        <a:p>
          <a:r>
            <a:rPr lang="en-US" dirty="0"/>
            <a:t>Dataset Selection</a:t>
          </a:r>
        </a:p>
      </dgm:t>
    </dgm:pt>
    <dgm:pt modelId="{C97A59FC-43DB-4026-BF9A-83B88A86BA90}" type="parTrans" cxnId="{68F3B9FF-7FBC-4BAA-B3A5-719A5B5B4E73}">
      <dgm:prSet/>
      <dgm:spPr/>
      <dgm:t>
        <a:bodyPr/>
        <a:lstStyle/>
        <a:p>
          <a:endParaRPr lang="en-US"/>
        </a:p>
      </dgm:t>
    </dgm:pt>
    <dgm:pt modelId="{48A1061C-93FC-4877-AE65-DE685C9C75B3}" type="sibTrans" cxnId="{68F3B9FF-7FBC-4BAA-B3A5-719A5B5B4E73}">
      <dgm:prSet/>
      <dgm:spPr/>
      <dgm:t>
        <a:bodyPr/>
        <a:lstStyle/>
        <a:p>
          <a:endParaRPr lang="en-US"/>
        </a:p>
      </dgm:t>
    </dgm:pt>
    <dgm:pt modelId="{CF8B9413-8910-4C69-95C2-B41DB278FE3F}">
      <dgm:prSet/>
      <dgm:spPr/>
      <dgm:t>
        <a:bodyPr/>
        <a:lstStyle/>
        <a:p>
          <a:r>
            <a:rPr lang="en-US" dirty="0"/>
            <a:t>Data Loading</a:t>
          </a:r>
        </a:p>
      </dgm:t>
    </dgm:pt>
    <dgm:pt modelId="{6E298B4B-9B98-4B2C-8D31-7C52B6CF0EDE}" type="parTrans" cxnId="{FADA8BBE-412D-4739-B74E-EC97ED0D199A}">
      <dgm:prSet/>
      <dgm:spPr/>
      <dgm:t>
        <a:bodyPr/>
        <a:lstStyle/>
        <a:p>
          <a:endParaRPr lang="en-US"/>
        </a:p>
      </dgm:t>
    </dgm:pt>
    <dgm:pt modelId="{C08D8737-44B5-47E2-8D48-349DFB08FE82}" type="sibTrans" cxnId="{FADA8BBE-412D-4739-B74E-EC97ED0D199A}">
      <dgm:prSet/>
      <dgm:spPr/>
      <dgm:t>
        <a:bodyPr/>
        <a:lstStyle/>
        <a:p>
          <a:endParaRPr lang="en-US"/>
        </a:p>
      </dgm:t>
    </dgm:pt>
    <dgm:pt modelId="{4804E97D-418B-437D-8C05-9BF2BF2056F6}">
      <dgm:prSet/>
      <dgm:spPr/>
      <dgm:t>
        <a:bodyPr/>
        <a:lstStyle/>
        <a:p>
          <a:r>
            <a:rPr lang="en-US" dirty="0"/>
            <a:t>Data Inspection</a:t>
          </a:r>
        </a:p>
      </dgm:t>
    </dgm:pt>
    <dgm:pt modelId="{5507B0AC-5B5B-4FFA-BA0A-2D5FF7923CF7}" type="parTrans" cxnId="{CA4FC41A-83C4-48E8-87DC-BAEAC6206624}">
      <dgm:prSet/>
      <dgm:spPr/>
      <dgm:t>
        <a:bodyPr/>
        <a:lstStyle/>
        <a:p>
          <a:endParaRPr lang="en-US"/>
        </a:p>
      </dgm:t>
    </dgm:pt>
    <dgm:pt modelId="{B75D2B3D-FC3A-46E5-8194-55EA4C0B77CF}" type="sibTrans" cxnId="{CA4FC41A-83C4-48E8-87DC-BAEAC6206624}">
      <dgm:prSet/>
      <dgm:spPr/>
      <dgm:t>
        <a:bodyPr/>
        <a:lstStyle/>
        <a:p>
          <a:endParaRPr lang="en-US"/>
        </a:p>
      </dgm:t>
    </dgm:pt>
    <dgm:pt modelId="{6C44AA69-938D-440F-B435-D6875D186D4F}">
      <dgm:prSet/>
      <dgm:spPr/>
      <dgm:t>
        <a:bodyPr/>
        <a:lstStyle/>
        <a:p>
          <a:r>
            <a:rPr lang="en-US" dirty="0"/>
            <a:t>Preprocessing</a:t>
          </a:r>
        </a:p>
      </dgm:t>
    </dgm:pt>
    <dgm:pt modelId="{DB1E01D7-2D53-4B3A-B5DD-C63CDAC271E8}" type="parTrans" cxnId="{4906D5B9-67D7-4311-B06F-44E6B6D98304}">
      <dgm:prSet/>
      <dgm:spPr/>
      <dgm:t>
        <a:bodyPr/>
        <a:lstStyle/>
        <a:p>
          <a:endParaRPr lang="en-US"/>
        </a:p>
      </dgm:t>
    </dgm:pt>
    <dgm:pt modelId="{CE9EE93E-50CA-4561-B23C-C9950ECBFD54}" type="sibTrans" cxnId="{4906D5B9-67D7-4311-B06F-44E6B6D98304}">
      <dgm:prSet/>
      <dgm:spPr/>
      <dgm:t>
        <a:bodyPr/>
        <a:lstStyle/>
        <a:p>
          <a:endParaRPr lang="en-US"/>
        </a:p>
      </dgm:t>
    </dgm:pt>
    <dgm:pt modelId="{26128912-97FC-4E06-BA13-E8359B833C34}">
      <dgm:prSet/>
      <dgm:spPr/>
      <dgm:t>
        <a:bodyPr/>
        <a:lstStyle/>
        <a:p>
          <a:r>
            <a:rPr lang="en-US" dirty="0"/>
            <a:t>Model Training</a:t>
          </a:r>
        </a:p>
      </dgm:t>
    </dgm:pt>
    <dgm:pt modelId="{82C1E469-B2DB-4CA5-8E68-49E22CCC074B}" type="parTrans" cxnId="{8BCB5A05-0DBE-486C-B73B-9E7A5CBD76A3}">
      <dgm:prSet/>
      <dgm:spPr/>
      <dgm:t>
        <a:bodyPr/>
        <a:lstStyle/>
        <a:p>
          <a:endParaRPr lang="en-US"/>
        </a:p>
      </dgm:t>
    </dgm:pt>
    <dgm:pt modelId="{54357DD3-25FA-4788-B9C2-42B2437506E4}" type="sibTrans" cxnId="{8BCB5A05-0DBE-486C-B73B-9E7A5CBD76A3}">
      <dgm:prSet/>
      <dgm:spPr/>
      <dgm:t>
        <a:bodyPr/>
        <a:lstStyle/>
        <a:p>
          <a:endParaRPr lang="en-US"/>
        </a:p>
      </dgm:t>
    </dgm:pt>
    <dgm:pt modelId="{21C6A0E7-74F0-4FF5-BEFA-B409900051DB}">
      <dgm:prSet/>
      <dgm:spPr/>
      <dgm:t>
        <a:bodyPr/>
        <a:lstStyle/>
        <a:p>
          <a:r>
            <a:rPr lang="en-US" dirty="0"/>
            <a:t>Evaluation</a:t>
          </a:r>
        </a:p>
      </dgm:t>
    </dgm:pt>
    <dgm:pt modelId="{D766119D-CFB0-444B-835F-349AA05D2E23}" type="parTrans" cxnId="{8DAC4F07-546A-4720-9803-2C0818BC6E90}">
      <dgm:prSet/>
      <dgm:spPr/>
      <dgm:t>
        <a:bodyPr/>
        <a:lstStyle/>
        <a:p>
          <a:endParaRPr lang="en-US"/>
        </a:p>
      </dgm:t>
    </dgm:pt>
    <dgm:pt modelId="{01232F5F-6CA9-43DB-90E8-AB841B6B9C6B}" type="sibTrans" cxnId="{8DAC4F07-546A-4720-9803-2C0818BC6E90}">
      <dgm:prSet/>
      <dgm:spPr/>
      <dgm:t>
        <a:bodyPr/>
        <a:lstStyle/>
        <a:p>
          <a:endParaRPr lang="en-US"/>
        </a:p>
      </dgm:t>
    </dgm:pt>
    <dgm:pt modelId="{7E71DB81-651C-474F-8437-877A29B36817}">
      <dgm:prSet/>
      <dgm:spPr/>
      <dgm:t>
        <a:bodyPr/>
        <a:lstStyle/>
        <a:p>
          <a:r>
            <a:rPr lang="en-US" dirty="0"/>
            <a:t>Results</a:t>
          </a:r>
        </a:p>
      </dgm:t>
    </dgm:pt>
    <dgm:pt modelId="{67B2106B-F713-4BCA-8950-CC808FCA5ADC}" type="parTrans" cxnId="{B60C0F83-AA90-4C34-97D3-98FF04EF20D0}">
      <dgm:prSet/>
      <dgm:spPr/>
      <dgm:t>
        <a:bodyPr/>
        <a:lstStyle/>
        <a:p>
          <a:endParaRPr lang="en-US"/>
        </a:p>
      </dgm:t>
    </dgm:pt>
    <dgm:pt modelId="{CC7B170F-8C21-4368-B24C-D790B2A31D0A}" type="sibTrans" cxnId="{B60C0F83-AA90-4C34-97D3-98FF04EF20D0}">
      <dgm:prSet/>
      <dgm:spPr/>
      <dgm:t>
        <a:bodyPr/>
        <a:lstStyle/>
        <a:p>
          <a:endParaRPr lang="en-US"/>
        </a:p>
      </dgm:t>
    </dgm:pt>
    <dgm:pt modelId="{4CDF1990-1445-41E1-A5BC-4B66BFAEA729}" type="pres">
      <dgm:prSet presAssocID="{A56C9D27-6846-4231-AA46-EC15625BED36}" presName="Name0" presStyleCnt="0">
        <dgm:presLayoutVars>
          <dgm:dir/>
          <dgm:resizeHandles val="exact"/>
        </dgm:presLayoutVars>
      </dgm:prSet>
      <dgm:spPr/>
    </dgm:pt>
    <dgm:pt modelId="{9DCB2086-4B21-463E-A9C7-19582F9CFB8E}" type="pres">
      <dgm:prSet presAssocID="{28D7ED40-040C-4DCE-B39B-3D26040CAAC8}" presName="node" presStyleLbl="node1" presStyleIdx="0" presStyleCnt="7">
        <dgm:presLayoutVars>
          <dgm:bulletEnabled val="1"/>
        </dgm:presLayoutVars>
      </dgm:prSet>
      <dgm:spPr/>
    </dgm:pt>
    <dgm:pt modelId="{89EDA0EC-D157-43B4-92B4-773055ABC015}" type="pres">
      <dgm:prSet presAssocID="{48A1061C-93FC-4877-AE65-DE685C9C75B3}" presName="sibTrans" presStyleLbl="sibTrans1D1" presStyleIdx="0" presStyleCnt="6"/>
      <dgm:spPr/>
    </dgm:pt>
    <dgm:pt modelId="{FCBB8B17-5C02-40C3-89FE-ADC851BF3366}" type="pres">
      <dgm:prSet presAssocID="{48A1061C-93FC-4877-AE65-DE685C9C75B3}" presName="connectorText" presStyleLbl="sibTrans1D1" presStyleIdx="0" presStyleCnt="6"/>
      <dgm:spPr/>
    </dgm:pt>
    <dgm:pt modelId="{8C6AB2A3-A24B-452D-AB0E-BE2F43F7999A}" type="pres">
      <dgm:prSet presAssocID="{CF8B9413-8910-4C69-95C2-B41DB278FE3F}" presName="node" presStyleLbl="node1" presStyleIdx="1" presStyleCnt="7">
        <dgm:presLayoutVars>
          <dgm:bulletEnabled val="1"/>
        </dgm:presLayoutVars>
      </dgm:prSet>
      <dgm:spPr/>
    </dgm:pt>
    <dgm:pt modelId="{0818120B-C33C-408D-933F-70E4F24360B0}" type="pres">
      <dgm:prSet presAssocID="{C08D8737-44B5-47E2-8D48-349DFB08FE82}" presName="sibTrans" presStyleLbl="sibTrans1D1" presStyleIdx="1" presStyleCnt="6"/>
      <dgm:spPr/>
    </dgm:pt>
    <dgm:pt modelId="{048888B7-42C9-4A26-BEC2-96110611770E}" type="pres">
      <dgm:prSet presAssocID="{C08D8737-44B5-47E2-8D48-349DFB08FE82}" presName="connectorText" presStyleLbl="sibTrans1D1" presStyleIdx="1" presStyleCnt="6"/>
      <dgm:spPr/>
    </dgm:pt>
    <dgm:pt modelId="{B082BBD8-DB9C-48C6-B3B2-E2FE04C91A20}" type="pres">
      <dgm:prSet presAssocID="{4804E97D-418B-437D-8C05-9BF2BF2056F6}" presName="node" presStyleLbl="node1" presStyleIdx="2" presStyleCnt="7">
        <dgm:presLayoutVars>
          <dgm:bulletEnabled val="1"/>
        </dgm:presLayoutVars>
      </dgm:prSet>
      <dgm:spPr/>
    </dgm:pt>
    <dgm:pt modelId="{F575D0FC-7DE0-4D83-90FA-8145EEE58816}" type="pres">
      <dgm:prSet presAssocID="{B75D2B3D-FC3A-46E5-8194-55EA4C0B77CF}" presName="sibTrans" presStyleLbl="sibTrans1D1" presStyleIdx="2" presStyleCnt="6"/>
      <dgm:spPr/>
    </dgm:pt>
    <dgm:pt modelId="{E9E2BDDF-3FF2-4B30-94ED-5369F5AC2DCA}" type="pres">
      <dgm:prSet presAssocID="{B75D2B3D-FC3A-46E5-8194-55EA4C0B77CF}" presName="connectorText" presStyleLbl="sibTrans1D1" presStyleIdx="2" presStyleCnt="6"/>
      <dgm:spPr/>
    </dgm:pt>
    <dgm:pt modelId="{6C206910-A88B-4AE7-8919-42483EA97545}" type="pres">
      <dgm:prSet presAssocID="{6C44AA69-938D-440F-B435-D6875D186D4F}" presName="node" presStyleLbl="node1" presStyleIdx="3" presStyleCnt="7">
        <dgm:presLayoutVars>
          <dgm:bulletEnabled val="1"/>
        </dgm:presLayoutVars>
      </dgm:prSet>
      <dgm:spPr/>
    </dgm:pt>
    <dgm:pt modelId="{BA224E00-84DE-4E76-A5A5-917566B21376}" type="pres">
      <dgm:prSet presAssocID="{CE9EE93E-50CA-4561-B23C-C9950ECBFD54}" presName="sibTrans" presStyleLbl="sibTrans1D1" presStyleIdx="3" presStyleCnt="6"/>
      <dgm:spPr/>
    </dgm:pt>
    <dgm:pt modelId="{49A3F872-559E-4436-9DBA-FC7D97477CAD}" type="pres">
      <dgm:prSet presAssocID="{CE9EE93E-50CA-4561-B23C-C9950ECBFD54}" presName="connectorText" presStyleLbl="sibTrans1D1" presStyleIdx="3" presStyleCnt="6"/>
      <dgm:spPr/>
    </dgm:pt>
    <dgm:pt modelId="{A196742F-B6D8-4BE4-8658-D69B356175A8}" type="pres">
      <dgm:prSet presAssocID="{26128912-97FC-4E06-BA13-E8359B833C34}" presName="node" presStyleLbl="node1" presStyleIdx="4" presStyleCnt="7">
        <dgm:presLayoutVars>
          <dgm:bulletEnabled val="1"/>
        </dgm:presLayoutVars>
      </dgm:prSet>
      <dgm:spPr/>
    </dgm:pt>
    <dgm:pt modelId="{18FDE105-3003-43A0-9EAC-ACB56547C530}" type="pres">
      <dgm:prSet presAssocID="{54357DD3-25FA-4788-B9C2-42B2437506E4}" presName="sibTrans" presStyleLbl="sibTrans1D1" presStyleIdx="4" presStyleCnt="6"/>
      <dgm:spPr/>
    </dgm:pt>
    <dgm:pt modelId="{F2E870AE-2A33-4007-B8DE-CBAEA194AC4C}" type="pres">
      <dgm:prSet presAssocID="{54357DD3-25FA-4788-B9C2-42B2437506E4}" presName="connectorText" presStyleLbl="sibTrans1D1" presStyleIdx="4" presStyleCnt="6"/>
      <dgm:spPr/>
    </dgm:pt>
    <dgm:pt modelId="{E31FB53F-932B-433E-8906-D70CA59227C8}" type="pres">
      <dgm:prSet presAssocID="{21C6A0E7-74F0-4FF5-BEFA-B409900051DB}" presName="node" presStyleLbl="node1" presStyleIdx="5" presStyleCnt="7">
        <dgm:presLayoutVars>
          <dgm:bulletEnabled val="1"/>
        </dgm:presLayoutVars>
      </dgm:prSet>
      <dgm:spPr/>
    </dgm:pt>
    <dgm:pt modelId="{03C7FC9C-6C5D-485F-8707-29D5BF990ED2}" type="pres">
      <dgm:prSet presAssocID="{01232F5F-6CA9-43DB-90E8-AB841B6B9C6B}" presName="sibTrans" presStyleLbl="sibTrans1D1" presStyleIdx="5" presStyleCnt="6"/>
      <dgm:spPr/>
    </dgm:pt>
    <dgm:pt modelId="{17FA3AAC-5D5A-4B66-9868-DDB3C6FC5C78}" type="pres">
      <dgm:prSet presAssocID="{01232F5F-6CA9-43DB-90E8-AB841B6B9C6B}" presName="connectorText" presStyleLbl="sibTrans1D1" presStyleIdx="5" presStyleCnt="6"/>
      <dgm:spPr/>
    </dgm:pt>
    <dgm:pt modelId="{510FC77F-B3D4-4128-A552-763A5F2E44F4}" type="pres">
      <dgm:prSet presAssocID="{7E71DB81-651C-474F-8437-877A29B36817}" presName="node" presStyleLbl="node1" presStyleIdx="6" presStyleCnt="7">
        <dgm:presLayoutVars>
          <dgm:bulletEnabled val="1"/>
        </dgm:presLayoutVars>
      </dgm:prSet>
      <dgm:spPr/>
    </dgm:pt>
  </dgm:ptLst>
  <dgm:cxnLst>
    <dgm:cxn modelId="{0CD8D602-E5F8-418C-9597-8E4F4DD95B4F}" type="presOf" srcId="{C08D8737-44B5-47E2-8D48-349DFB08FE82}" destId="{048888B7-42C9-4A26-BEC2-96110611770E}" srcOrd="1" destOrd="0" presId="urn:microsoft.com/office/officeart/2016/7/layout/RepeatingBendingProcessNew"/>
    <dgm:cxn modelId="{8BCB5A05-0DBE-486C-B73B-9E7A5CBD76A3}" srcId="{A56C9D27-6846-4231-AA46-EC15625BED36}" destId="{26128912-97FC-4E06-BA13-E8359B833C34}" srcOrd="4" destOrd="0" parTransId="{82C1E469-B2DB-4CA5-8E68-49E22CCC074B}" sibTransId="{54357DD3-25FA-4788-B9C2-42B2437506E4}"/>
    <dgm:cxn modelId="{8DAC4F07-546A-4720-9803-2C0818BC6E90}" srcId="{A56C9D27-6846-4231-AA46-EC15625BED36}" destId="{21C6A0E7-74F0-4FF5-BEFA-B409900051DB}" srcOrd="5" destOrd="0" parTransId="{D766119D-CFB0-444B-835F-349AA05D2E23}" sibTransId="{01232F5F-6CA9-43DB-90E8-AB841B6B9C6B}"/>
    <dgm:cxn modelId="{8FCE290F-A0EB-440D-A1D9-9E4A2AD9AC39}" type="presOf" srcId="{21C6A0E7-74F0-4FF5-BEFA-B409900051DB}" destId="{E31FB53F-932B-433E-8906-D70CA59227C8}" srcOrd="0" destOrd="0" presId="urn:microsoft.com/office/officeart/2016/7/layout/RepeatingBendingProcessNew"/>
    <dgm:cxn modelId="{7FEFF315-8D68-442B-9DE4-9F60FCA4663A}" type="presOf" srcId="{C08D8737-44B5-47E2-8D48-349DFB08FE82}" destId="{0818120B-C33C-408D-933F-70E4F24360B0}" srcOrd="0" destOrd="0" presId="urn:microsoft.com/office/officeart/2016/7/layout/RepeatingBendingProcessNew"/>
    <dgm:cxn modelId="{CA4FC41A-83C4-48E8-87DC-BAEAC6206624}" srcId="{A56C9D27-6846-4231-AA46-EC15625BED36}" destId="{4804E97D-418B-437D-8C05-9BF2BF2056F6}" srcOrd="2" destOrd="0" parTransId="{5507B0AC-5B5B-4FFA-BA0A-2D5FF7923CF7}" sibTransId="{B75D2B3D-FC3A-46E5-8194-55EA4C0B77CF}"/>
    <dgm:cxn modelId="{45447C2A-C7F8-45CC-83A3-104B3552BA28}" type="presOf" srcId="{CF8B9413-8910-4C69-95C2-B41DB278FE3F}" destId="{8C6AB2A3-A24B-452D-AB0E-BE2F43F7999A}" srcOrd="0" destOrd="0" presId="urn:microsoft.com/office/officeart/2016/7/layout/RepeatingBendingProcessNew"/>
    <dgm:cxn modelId="{8B45D93A-9394-4AAF-9E81-C99D753BB516}" type="presOf" srcId="{A56C9D27-6846-4231-AA46-EC15625BED36}" destId="{4CDF1990-1445-41E1-A5BC-4B66BFAEA729}" srcOrd="0" destOrd="0" presId="urn:microsoft.com/office/officeart/2016/7/layout/RepeatingBendingProcessNew"/>
    <dgm:cxn modelId="{B7DA183D-E5AE-4DF6-9E47-E9A7D7DC7C02}" type="presOf" srcId="{7E71DB81-651C-474F-8437-877A29B36817}" destId="{510FC77F-B3D4-4128-A552-763A5F2E44F4}" srcOrd="0" destOrd="0" presId="urn:microsoft.com/office/officeart/2016/7/layout/RepeatingBendingProcessNew"/>
    <dgm:cxn modelId="{65F95944-728D-43F7-807B-5FA7663F6EC4}" type="presOf" srcId="{CE9EE93E-50CA-4561-B23C-C9950ECBFD54}" destId="{49A3F872-559E-4436-9DBA-FC7D97477CAD}" srcOrd="1" destOrd="0" presId="urn:microsoft.com/office/officeart/2016/7/layout/RepeatingBendingProcessNew"/>
    <dgm:cxn modelId="{87917867-1D3F-4AE9-8E5C-9E8D8859C41D}" type="presOf" srcId="{54357DD3-25FA-4788-B9C2-42B2437506E4}" destId="{F2E870AE-2A33-4007-B8DE-CBAEA194AC4C}" srcOrd="1" destOrd="0" presId="urn:microsoft.com/office/officeart/2016/7/layout/RepeatingBendingProcessNew"/>
    <dgm:cxn modelId="{E8D4FA49-1BE9-4781-9E51-F8EEF1433A34}" type="presOf" srcId="{54357DD3-25FA-4788-B9C2-42B2437506E4}" destId="{18FDE105-3003-43A0-9EAC-ACB56547C530}" srcOrd="0" destOrd="0" presId="urn:microsoft.com/office/officeart/2016/7/layout/RepeatingBendingProcessNew"/>
    <dgm:cxn modelId="{F86A4576-CADD-400C-B74D-F7D611B08770}" type="presOf" srcId="{B75D2B3D-FC3A-46E5-8194-55EA4C0B77CF}" destId="{F575D0FC-7DE0-4D83-90FA-8145EEE58816}" srcOrd="0" destOrd="0" presId="urn:microsoft.com/office/officeart/2016/7/layout/RepeatingBendingProcessNew"/>
    <dgm:cxn modelId="{B60C0F83-AA90-4C34-97D3-98FF04EF20D0}" srcId="{A56C9D27-6846-4231-AA46-EC15625BED36}" destId="{7E71DB81-651C-474F-8437-877A29B36817}" srcOrd="6" destOrd="0" parTransId="{67B2106B-F713-4BCA-8950-CC808FCA5ADC}" sibTransId="{CC7B170F-8C21-4368-B24C-D790B2A31D0A}"/>
    <dgm:cxn modelId="{AFC5258F-58CC-4B26-8217-F18DDDD6587E}" type="presOf" srcId="{01232F5F-6CA9-43DB-90E8-AB841B6B9C6B}" destId="{17FA3AAC-5D5A-4B66-9868-DDB3C6FC5C78}" srcOrd="1" destOrd="0" presId="urn:microsoft.com/office/officeart/2016/7/layout/RepeatingBendingProcessNew"/>
    <dgm:cxn modelId="{FFA4DD93-3B22-44EA-8B82-670F5DF27CA1}" type="presOf" srcId="{6C44AA69-938D-440F-B435-D6875D186D4F}" destId="{6C206910-A88B-4AE7-8919-42483EA97545}" srcOrd="0" destOrd="0" presId="urn:microsoft.com/office/officeart/2016/7/layout/RepeatingBendingProcessNew"/>
    <dgm:cxn modelId="{287FE294-6D79-4478-9E2A-BED3688BA896}" type="presOf" srcId="{28D7ED40-040C-4DCE-B39B-3D26040CAAC8}" destId="{9DCB2086-4B21-463E-A9C7-19582F9CFB8E}" srcOrd="0" destOrd="0" presId="urn:microsoft.com/office/officeart/2016/7/layout/RepeatingBendingProcessNew"/>
    <dgm:cxn modelId="{25E455A8-3C42-4A7F-8CF8-0771D9D28850}" type="presOf" srcId="{26128912-97FC-4E06-BA13-E8359B833C34}" destId="{A196742F-B6D8-4BE4-8658-D69B356175A8}" srcOrd="0" destOrd="0" presId="urn:microsoft.com/office/officeart/2016/7/layout/RepeatingBendingProcessNew"/>
    <dgm:cxn modelId="{B1371AAB-2483-4058-8939-38E69ACCC55B}" type="presOf" srcId="{48A1061C-93FC-4877-AE65-DE685C9C75B3}" destId="{89EDA0EC-D157-43B4-92B4-773055ABC015}" srcOrd="0" destOrd="0" presId="urn:microsoft.com/office/officeart/2016/7/layout/RepeatingBendingProcessNew"/>
    <dgm:cxn modelId="{440582B2-E546-47C1-9A87-F1F9519D2231}" type="presOf" srcId="{B75D2B3D-FC3A-46E5-8194-55EA4C0B77CF}" destId="{E9E2BDDF-3FF2-4B30-94ED-5369F5AC2DCA}" srcOrd="1" destOrd="0" presId="urn:microsoft.com/office/officeart/2016/7/layout/RepeatingBendingProcessNew"/>
    <dgm:cxn modelId="{1FE9ADB5-11D6-481F-B523-CE2C286ABB74}" type="presOf" srcId="{48A1061C-93FC-4877-AE65-DE685C9C75B3}" destId="{FCBB8B17-5C02-40C3-89FE-ADC851BF3366}" srcOrd="1" destOrd="0" presId="urn:microsoft.com/office/officeart/2016/7/layout/RepeatingBendingProcessNew"/>
    <dgm:cxn modelId="{278906B8-7EB6-43B6-9A7B-F6857B745C91}" type="presOf" srcId="{4804E97D-418B-437D-8C05-9BF2BF2056F6}" destId="{B082BBD8-DB9C-48C6-B3B2-E2FE04C91A20}" srcOrd="0" destOrd="0" presId="urn:microsoft.com/office/officeart/2016/7/layout/RepeatingBendingProcessNew"/>
    <dgm:cxn modelId="{4906D5B9-67D7-4311-B06F-44E6B6D98304}" srcId="{A56C9D27-6846-4231-AA46-EC15625BED36}" destId="{6C44AA69-938D-440F-B435-D6875D186D4F}" srcOrd="3" destOrd="0" parTransId="{DB1E01D7-2D53-4B3A-B5DD-C63CDAC271E8}" sibTransId="{CE9EE93E-50CA-4561-B23C-C9950ECBFD54}"/>
    <dgm:cxn modelId="{FADA8BBE-412D-4739-B74E-EC97ED0D199A}" srcId="{A56C9D27-6846-4231-AA46-EC15625BED36}" destId="{CF8B9413-8910-4C69-95C2-B41DB278FE3F}" srcOrd="1" destOrd="0" parTransId="{6E298B4B-9B98-4B2C-8D31-7C52B6CF0EDE}" sibTransId="{C08D8737-44B5-47E2-8D48-349DFB08FE82}"/>
    <dgm:cxn modelId="{130CBAD0-A3AE-494D-9076-C36454C72F13}" type="presOf" srcId="{CE9EE93E-50CA-4561-B23C-C9950ECBFD54}" destId="{BA224E00-84DE-4E76-A5A5-917566B21376}" srcOrd="0" destOrd="0" presId="urn:microsoft.com/office/officeart/2016/7/layout/RepeatingBendingProcessNew"/>
    <dgm:cxn modelId="{EA9864FB-E4AD-4141-9F7D-EC2B2CB61691}" type="presOf" srcId="{01232F5F-6CA9-43DB-90E8-AB841B6B9C6B}" destId="{03C7FC9C-6C5D-485F-8707-29D5BF990ED2}" srcOrd="0" destOrd="0" presId="urn:microsoft.com/office/officeart/2016/7/layout/RepeatingBendingProcessNew"/>
    <dgm:cxn modelId="{68F3B9FF-7FBC-4BAA-B3A5-719A5B5B4E73}" srcId="{A56C9D27-6846-4231-AA46-EC15625BED36}" destId="{28D7ED40-040C-4DCE-B39B-3D26040CAAC8}" srcOrd="0" destOrd="0" parTransId="{C97A59FC-43DB-4026-BF9A-83B88A86BA90}" sibTransId="{48A1061C-93FC-4877-AE65-DE685C9C75B3}"/>
    <dgm:cxn modelId="{A42274DA-0E88-4BEB-B701-153AA4F56B06}" type="presParOf" srcId="{4CDF1990-1445-41E1-A5BC-4B66BFAEA729}" destId="{9DCB2086-4B21-463E-A9C7-19582F9CFB8E}" srcOrd="0" destOrd="0" presId="urn:microsoft.com/office/officeart/2016/7/layout/RepeatingBendingProcessNew"/>
    <dgm:cxn modelId="{8C007C03-B3E4-4B56-9C79-CE127A926B56}" type="presParOf" srcId="{4CDF1990-1445-41E1-A5BC-4B66BFAEA729}" destId="{89EDA0EC-D157-43B4-92B4-773055ABC015}" srcOrd="1" destOrd="0" presId="urn:microsoft.com/office/officeart/2016/7/layout/RepeatingBendingProcessNew"/>
    <dgm:cxn modelId="{14D9A5A6-BDA9-46CA-90F4-45AC330D5607}" type="presParOf" srcId="{89EDA0EC-D157-43B4-92B4-773055ABC015}" destId="{FCBB8B17-5C02-40C3-89FE-ADC851BF3366}" srcOrd="0" destOrd="0" presId="urn:microsoft.com/office/officeart/2016/7/layout/RepeatingBendingProcessNew"/>
    <dgm:cxn modelId="{7C4B8C9D-A86C-4F75-84E8-52CE0AAAD380}" type="presParOf" srcId="{4CDF1990-1445-41E1-A5BC-4B66BFAEA729}" destId="{8C6AB2A3-A24B-452D-AB0E-BE2F43F7999A}" srcOrd="2" destOrd="0" presId="urn:microsoft.com/office/officeart/2016/7/layout/RepeatingBendingProcessNew"/>
    <dgm:cxn modelId="{AC09B194-7EF4-4401-8D19-46634295CAA7}" type="presParOf" srcId="{4CDF1990-1445-41E1-A5BC-4B66BFAEA729}" destId="{0818120B-C33C-408D-933F-70E4F24360B0}" srcOrd="3" destOrd="0" presId="urn:microsoft.com/office/officeart/2016/7/layout/RepeatingBendingProcessNew"/>
    <dgm:cxn modelId="{C63F57D5-B0A4-4A21-8E02-96CA0F612889}" type="presParOf" srcId="{0818120B-C33C-408D-933F-70E4F24360B0}" destId="{048888B7-42C9-4A26-BEC2-96110611770E}" srcOrd="0" destOrd="0" presId="urn:microsoft.com/office/officeart/2016/7/layout/RepeatingBendingProcessNew"/>
    <dgm:cxn modelId="{9EC286E2-C1B8-4D44-8B15-4CC0B66F933B}" type="presParOf" srcId="{4CDF1990-1445-41E1-A5BC-4B66BFAEA729}" destId="{B082BBD8-DB9C-48C6-B3B2-E2FE04C91A20}" srcOrd="4" destOrd="0" presId="urn:microsoft.com/office/officeart/2016/7/layout/RepeatingBendingProcessNew"/>
    <dgm:cxn modelId="{0AD4C862-1998-435E-A689-DFDF02482D34}" type="presParOf" srcId="{4CDF1990-1445-41E1-A5BC-4B66BFAEA729}" destId="{F575D0FC-7DE0-4D83-90FA-8145EEE58816}" srcOrd="5" destOrd="0" presId="urn:microsoft.com/office/officeart/2016/7/layout/RepeatingBendingProcessNew"/>
    <dgm:cxn modelId="{BE74DFE7-3276-45DB-8A5C-ABD2DD1F08CE}" type="presParOf" srcId="{F575D0FC-7DE0-4D83-90FA-8145EEE58816}" destId="{E9E2BDDF-3FF2-4B30-94ED-5369F5AC2DCA}" srcOrd="0" destOrd="0" presId="urn:microsoft.com/office/officeart/2016/7/layout/RepeatingBendingProcessNew"/>
    <dgm:cxn modelId="{C74E5FE1-379A-4E5D-A3D9-E6F0C6E768C8}" type="presParOf" srcId="{4CDF1990-1445-41E1-A5BC-4B66BFAEA729}" destId="{6C206910-A88B-4AE7-8919-42483EA97545}" srcOrd="6" destOrd="0" presId="urn:microsoft.com/office/officeart/2016/7/layout/RepeatingBendingProcessNew"/>
    <dgm:cxn modelId="{E4B8D3AC-AF50-4977-9163-D778AEE72706}" type="presParOf" srcId="{4CDF1990-1445-41E1-A5BC-4B66BFAEA729}" destId="{BA224E00-84DE-4E76-A5A5-917566B21376}" srcOrd="7" destOrd="0" presId="urn:microsoft.com/office/officeart/2016/7/layout/RepeatingBendingProcessNew"/>
    <dgm:cxn modelId="{91BA0967-FBE7-4115-B218-D940FABEE45C}" type="presParOf" srcId="{BA224E00-84DE-4E76-A5A5-917566B21376}" destId="{49A3F872-559E-4436-9DBA-FC7D97477CAD}" srcOrd="0" destOrd="0" presId="urn:microsoft.com/office/officeart/2016/7/layout/RepeatingBendingProcessNew"/>
    <dgm:cxn modelId="{54448BC2-26CC-4D91-8344-9D2DF2CF31B3}" type="presParOf" srcId="{4CDF1990-1445-41E1-A5BC-4B66BFAEA729}" destId="{A196742F-B6D8-4BE4-8658-D69B356175A8}" srcOrd="8" destOrd="0" presId="urn:microsoft.com/office/officeart/2016/7/layout/RepeatingBendingProcessNew"/>
    <dgm:cxn modelId="{21347543-DF1D-4699-BBF6-D4CBB8D4C389}" type="presParOf" srcId="{4CDF1990-1445-41E1-A5BC-4B66BFAEA729}" destId="{18FDE105-3003-43A0-9EAC-ACB56547C530}" srcOrd="9" destOrd="0" presId="urn:microsoft.com/office/officeart/2016/7/layout/RepeatingBendingProcessNew"/>
    <dgm:cxn modelId="{230385F4-DBCF-4D57-870C-896B9D0A6CF3}" type="presParOf" srcId="{18FDE105-3003-43A0-9EAC-ACB56547C530}" destId="{F2E870AE-2A33-4007-B8DE-CBAEA194AC4C}" srcOrd="0" destOrd="0" presId="urn:microsoft.com/office/officeart/2016/7/layout/RepeatingBendingProcessNew"/>
    <dgm:cxn modelId="{F604DF06-2AEC-4089-B78F-76E5F8B7229E}" type="presParOf" srcId="{4CDF1990-1445-41E1-A5BC-4B66BFAEA729}" destId="{E31FB53F-932B-433E-8906-D70CA59227C8}" srcOrd="10" destOrd="0" presId="urn:microsoft.com/office/officeart/2016/7/layout/RepeatingBendingProcessNew"/>
    <dgm:cxn modelId="{141E9567-C898-4030-A95E-296744CCFEBD}" type="presParOf" srcId="{4CDF1990-1445-41E1-A5BC-4B66BFAEA729}" destId="{03C7FC9C-6C5D-485F-8707-29D5BF990ED2}" srcOrd="11" destOrd="0" presId="urn:microsoft.com/office/officeart/2016/7/layout/RepeatingBendingProcessNew"/>
    <dgm:cxn modelId="{E3C66FDD-F453-445F-9CCD-758D413022E9}" type="presParOf" srcId="{03C7FC9C-6C5D-485F-8707-29D5BF990ED2}" destId="{17FA3AAC-5D5A-4B66-9868-DDB3C6FC5C78}" srcOrd="0" destOrd="0" presId="urn:microsoft.com/office/officeart/2016/7/layout/RepeatingBendingProcessNew"/>
    <dgm:cxn modelId="{8DC6E1CD-EA68-438F-AEEC-C8A84AEC3DE4}" type="presParOf" srcId="{4CDF1990-1445-41E1-A5BC-4B66BFAEA729}" destId="{510FC77F-B3D4-4128-A552-763A5F2E44F4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EDA0EC-D157-43B4-92B4-773055ABC015}">
      <dsp:nvSpPr>
        <dsp:cNvPr id="0" name=""/>
        <dsp:cNvSpPr/>
      </dsp:nvSpPr>
      <dsp:spPr>
        <a:xfrm>
          <a:off x="2713556" y="576384"/>
          <a:ext cx="4457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71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4504" y="619722"/>
        <a:ext cx="23815" cy="4763"/>
      </dsp:txXfrm>
    </dsp:sp>
    <dsp:sp modelId="{9DCB2086-4B21-463E-A9C7-19582F9CFB8E}">
      <dsp:nvSpPr>
        <dsp:cNvPr id="0" name=""/>
        <dsp:cNvSpPr/>
      </dsp:nvSpPr>
      <dsp:spPr>
        <a:xfrm>
          <a:off x="644436" y="828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Dataset Selection</a:t>
          </a:r>
        </a:p>
      </dsp:txBody>
      <dsp:txXfrm>
        <a:off x="644436" y="828"/>
        <a:ext cx="2070919" cy="1242551"/>
      </dsp:txXfrm>
    </dsp:sp>
    <dsp:sp modelId="{0818120B-C33C-408D-933F-70E4F24360B0}">
      <dsp:nvSpPr>
        <dsp:cNvPr id="0" name=""/>
        <dsp:cNvSpPr/>
      </dsp:nvSpPr>
      <dsp:spPr>
        <a:xfrm>
          <a:off x="1679896" y="1241580"/>
          <a:ext cx="2547231" cy="445711"/>
        </a:xfrm>
        <a:custGeom>
          <a:avLst/>
          <a:gdLst/>
          <a:ahLst/>
          <a:cxnLst/>
          <a:rect l="0" t="0" r="0" b="0"/>
          <a:pathLst>
            <a:path>
              <a:moveTo>
                <a:pt x="2547231" y="0"/>
              </a:moveTo>
              <a:lnTo>
                <a:pt x="2547231" y="239955"/>
              </a:lnTo>
              <a:lnTo>
                <a:pt x="0" y="239955"/>
              </a:lnTo>
              <a:lnTo>
                <a:pt x="0" y="44571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8727" y="1462054"/>
        <a:ext cx="129569" cy="4763"/>
      </dsp:txXfrm>
    </dsp:sp>
    <dsp:sp modelId="{8C6AB2A3-A24B-452D-AB0E-BE2F43F7999A}">
      <dsp:nvSpPr>
        <dsp:cNvPr id="0" name=""/>
        <dsp:cNvSpPr/>
      </dsp:nvSpPr>
      <dsp:spPr>
        <a:xfrm>
          <a:off x="3191668" y="828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Loading</a:t>
          </a:r>
        </a:p>
      </dsp:txBody>
      <dsp:txXfrm>
        <a:off x="3191668" y="828"/>
        <a:ext cx="2070919" cy="1242551"/>
      </dsp:txXfrm>
    </dsp:sp>
    <dsp:sp modelId="{F575D0FC-7DE0-4D83-90FA-8145EEE58816}">
      <dsp:nvSpPr>
        <dsp:cNvPr id="0" name=""/>
        <dsp:cNvSpPr/>
      </dsp:nvSpPr>
      <dsp:spPr>
        <a:xfrm>
          <a:off x="2713556" y="2295247"/>
          <a:ext cx="4457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71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4504" y="2338586"/>
        <a:ext cx="23815" cy="4763"/>
      </dsp:txXfrm>
    </dsp:sp>
    <dsp:sp modelId="{B082BBD8-DB9C-48C6-B3B2-E2FE04C91A20}">
      <dsp:nvSpPr>
        <dsp:cNvPr id="0" name=""/>
        <dsp:cNvSpPr/>
      </dsp:nvSpPr>
      <dsp:spPr>
        <a:xfrm>
          <a:off x="644436" y="1719691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Inspection</a:t>
          </a:r>
        </a:p>
      </dsp:txBody>
      <dsp:txXfrm>
        <a:off x="644436" y="1719691"/>
        <a:ext cx="2070919" cy="1242551"/>
      </dsp:txXfrm>
    </dsp:sp>
    <dsp:sp modelId="{BA224E00-84DE-4E76-A5A5-917566B21376}">
      <dsp:nvSpPr>
        <dsp:cNvPr id="0" name=""/>
        <dsp:cNvSpPr/>
      </dsp:nvSpPr>
      <dsp:spPr>
        <a:xfrm>
          <a:off x="1679896" y="2960443"/>
          <a:ext cx="2547231" cy="445711"/>
        </a:xfrm>
        <a:custGeom>
          <a:avLst/>
          <a:gdLst/>
          <a:ahLst/>
          <a:cxnLst/>
          <a:rect l="0" t="0" r="0" b="0"/>
          <a:pathLst>
            <a:path>
              <a:moveTo>
                <a:pt x="2547231" y="0"/>
              </a:moveTo>
              <a:lnTo>
                <a:pt x="2547231" y="239955"/>
              </a:lnTo>
              <a:lnTo>
                <a:pt x="0" y="239955"/>
              </a:lnTo>
              <a:lnTo>
                <a:pt x="0" y="44571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8727" y="3180917"/>
        <a:ext cx="129569" cy="4763"/>
      </dsp:txXfrm>
    </dsp:sp>
    <dsp:sp modelId="{6C206910-A88B-4AE7-8919-42483EA97545}">
      <dsp:nvSpPr>
        <dsp:cNvPr id="0" name=""/>
        <dsp:cNvSpPr/>
      </dsp:nvSpPr>
      <dsp:spPr>
        <a:xfrm>
          <a:off x="3191668" y="1719691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Preprocessing</a:t>
          </a:r>
        </a:p>
      </dsp:txBody>
      <dsp:txXfrm>
        <a:off x="3191668" y="1719691"/>
        <a:ext cx="2070919" cy="1242551"/>
      </dsp:txXfrm>
    </dsp:sp>
    <dsp:sp modelId="{18FDE105-3003-43A0-9EAC-ACB56547C530}">
      <dsp:nvSpPr>
        <dsp:cNvPr id="0" name=""/>
        <dsp:cNvSpPr/>
      </dsp:nvSpPr>
      <dsp:spPr>
        <a:xfrm>
          <a:off x="2713556" y="4014111"/>
          <a:ext cx="4457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71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4504" y="4057449"/>
        <a:ext cx="23815" cy="4763"/>
      </dsp:txXfrm>
    </dsp:sp>
    <dsp:sp modelId="{A196742F-B6D8-4BE4-8658-D69B356175A8}">
      <dsp:nvSpPr>
        <dsp:cNvPr id="0" name=""/>
        <dsp:cNvSpPr/>
      </dsp:nvSpPr>
      <dsp:spPr>
        <a:xfrm>
          <a:off x="644436" y="3438555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Model Training</a:t>
          </a:r>
        </a:p>
      </dsp:txBody>
      <dsp:txXfrm>
        <a:off x="644436" y="3438555"/>
        <a:ext cx="2070919" cy="1242551"/>
      </dsp:txXfrm>
    </dsp:sp>
    <dsp:sp modelId="{03C7FC9C-6C5D-485F-8707-29D5BF990ED2}">
      <dsp:nvSpPr>
        <dsp:cNvPr id="0" name=""/>
        <dsp:cNvSpPr/>
      </dsp:nvSpPr>
      <dsp:spPr>
        <a:xfrm>
          <a:off x="1679896" y="4679307"/>
          <a:ext cx="2547231" cy="445711"/>
        </a:xfrm>
        <a:custGeom>
          <a:avLst/>
          <a:gdLst/>
          <a:ahLst/>
          <a:cxnLst/>
          <a:rect l="0" t="0" r="0" b="0"/>
          <a:pathLst>
            <a:path>
              <a:moveTo>
                <a:pt x="2547231" y="0"/>
              </a:moveTo>
              <a:lnTo>
                <a:pt x="2547231" y="239955"/>
              </a:lnTo>
              <a:lnTo>
                <a:pt x="0" y="239955"/>
              </a:lnTo>
              <a:lnTo>
                <a:pt x="0" y="44571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8727" y="4899781"/>
        <a:ext cx="129569" cy="4763"/>
      </dsp:txXfrm>
    </dsp:sp>
    <dsp:sp modelId="{E31FB53F-932B-433E-8906-D70CA59227C8}">
      <dsp:nvSpPr>
        <dsp:cNvPr id="0" name=""/>
        <dsp:cNvSpPr/>
      </dsp:nvSpPr>
      <dsp:spPr>
        <a:xfrm>
          <a:off x="3191668" y="3438555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Evaluation</a:t>
          </a:r>
        </a:p>
      </dsp:txBody>
      <dsp:txXfrm>
        <a:off x="3191668" y="3438555"/>
        <a:ext cx="2070919" cy="1242551"/>
      </dsp:txXfrm>
    </dsp:sp>
    <dsp:sp modelId="{510FC77F-B3D4-4128-A552-763A5F2E44F4}">
      <dsp:nvSpPr>
        <dsp:cNvPr id="0" name=""/>
        <dsp:cNvSpPr/>
      </dsp:nvSpPr>
      <dsp:spPr>
        <a:xfrm>
          <a:off x="644436" y="5157418"/>
          <a:ext cx="2070919" cy="12425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77" tIns="106518" rIns="101477" bIns="1065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Results</a:t>
          </a:r>
        </a:p>
      </dsp:txBody>
      <dsp:txXfrm>
        <a:off x="644436" y="5157418"/>
        <a:ext cx="2070919" cy="1242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9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8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0274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1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24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47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56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68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19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73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11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5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97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36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35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33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83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460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547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19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16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8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28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172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53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413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697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53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067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129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663299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1204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641990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1938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98640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26502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264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932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46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96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239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032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956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458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230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67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26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4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939AA576-3E05-CDF8-9D46-3D13FBA9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A6F7545-C83B-69F0-2A13-0DC8BD5962E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6419769"/>
              </p:ext>
            </p:extLst>
          </p:nvPr>
        </p:nvGraphicFramePr>
        <p:xfrm>
          <a:off x="5998463" y="194982"/>
          <a:ext cx="5907025" cy="6400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Machine Learning vs. AI: What Is the Difference? - Caltech Science Exchange">
            <a:extLst>
              <a:ext uri="{FF2B5EF4-FFF2-40B4-BE49-F238E27FC236}">
                <a16:creationId xmlns:a16="http://schemas.microsoft.com/office/drawing/2014/main" id="{E326FC93-9C66-2ACC-9AD1-FD8136361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031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37020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Dune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حمود البدران</dc:creator>
  <cp:lastModifiedBy>حمود البدران</cp:lastModifiedBy>
  <cp:revision>1</cp:revision>
  <dcterms:created xsi:type="dcterms:W3CDTF">2026-02-11T21:08:38Z</dcterms:created>
  <dcterms:modified xsi:type="dcterms:W3CDTF">2026-02-11T21:21:51Z</dcterms:modified>
</cp:coreProperties>
</file>